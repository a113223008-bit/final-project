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b0327e5b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b0327e5b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b0327e5b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b0327e5b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b0327e5b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b0327e5b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b0327e5b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b0327e5b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b0327e5b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b0327e5b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b0327e5b4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b0327e5b4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b0327e5b4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b0327e5b4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b0327e5b4_3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b0327e5b4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b0327e5b4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b0327e5b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物件導向程式設計 期末專題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8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第16組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組員：楊騰閎A113223008、楊少荃A113223009</a:t>
            </a:r>
            <a:br>
              <a:rPr lang="zh-TW"/>
            </a:br>
            <a:r>
              <a:rPr lang="zh-TW"/>
              <a:t>班級：智網二甲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72000" y="450"/>
            <a:ext cx="30000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=====================================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訂餐管理系統 - 功能規格書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版本：1.0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=====================================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【系統概述】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一個簡單的訂餐管理系統，用來管理餐廳菜單、顧客訂單和訂單狀態。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使用者可以瀏覽菜單、加入購物車、下訂單並列印明細。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【類別規格】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─────────────────────────────────────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類別：Dish（菜品）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─────────────────────────────────────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屬性：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- dishId（字串）：菜品的唯一識別碼，不可為空或 null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- name（字串）：菜品名稱，不可為空或 null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- price（浮點數）：菜品價格，必須大於 0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- isAvailable（布林）：菜品是否可訂購，預設為 true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行為：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- 建構子 Dish(dishId, name, price)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  - 若 dishId 或 name 為 null 或空字串，拋出 IllegalArgumentException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    訊息："[參數名稱] cannot be null or empty"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  - 若 price &lt;= 0，拋出 IllegalArgumentException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    訊息："Price must be greater than 0"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- markAsUnavailable()：將菜品標記為不可訂購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  - 若菜品已不可訂購，拋出 IllegalStateException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    訊息："Dish is already unavailable"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- markAsAvailable()：將菜品標記為可訂購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  - 若菜品已可訂購，拋出 IllegalStateException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    訊息："Dish is already available"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- getDishId() / getName() / getPrice() / isAvailable()：取得屬性值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93" name="Google Shape;93;p14"/>
          <p:cNvSpPr txBox="1"/>
          <p:nvPr/>
        </p:nvSpPr>
        <p:spPr>
          <a:xfrm>
            <a:off x="3072000" y="450"/>
            <a:ext cx="3000000" cy="3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─────────────────────────────────────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類別：Order（訂單）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─────────────────────────────────────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屬性：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- orderId（字串）：訂單唯一識別碼，不可為空或 null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- dishes（ArrayList&lt;Dish&gt;）：訂單菜品列表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- status（字串）：訂單狀態，預設為 "未處理"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行為：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- 建構子 Order(orderId, dishes)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- 若任何參數為 null，拋出 IllegalArgumentException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- 訂單內容須全為可訂購菜品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- calculateTotal()：計算訂單總價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- addDish(Dish dish)：加入菜品到訂單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- 若菜品不可訂購，拋出 IllegalArgumentException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  訊息："Dish is unavailable"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- removeDish(Dish dish)：從訂單中移除菜品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- 若菜品不在訂單中，拋出 IllegalArgumentException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  訊息："Dish is not in the order"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- markAsDelivered()：將訂單標記為已送達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- 若訂單已送達，拋出 IllegalStateException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  訊息："Order cannot be marked as delivered"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94" name="Google Shape;94;p14"/>
          <p:cNvSpPr txBox="1"/>
          <p:nvPr/>
        </p:nvSpPr>
        <p:spPr>
          <a:xfrm>
            <a:off x="6072000" y="9750"/>
            <a:ext cx="3000000" cy="3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─────────────────────────────────────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類別：Restaurant（餐廳）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─────────────────────────────────────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屬性：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- menu（ArrayList&lt;Dish&gt;）：餐廳菜單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- allOrders（ArrayList&lt;Order&gt;）：所有訂單紀錄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行為：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- addDishToMenu(Dish dish)：新增菜品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- 若菜品 ID 已存在，拋出 IllegalArgumentException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  訊息："Dish with this ID already exists"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- findDishById(String dishId)：以 ID 查詢菜品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- 找到回傳 Dish 物件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- 找不到回傳 null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- findDishesByKeyword(String keyword)：關鍵字搜尋菜品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- 搜尋菜名包含關鍵字（不分大小寫）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- 回傳符合條件的 ArrayList&lt;Dish&gt;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- 無結果時回傳空的 ArrayList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- getAvailableDishes()：取得所有可訂購菜品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- 回傳 isAvailable 為 true 的菜品清單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- placeOrder(Order order)：接受訂單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00"/>
              <a:t>    - 成功加入 allOrders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2439150" y="575700"/>
            <a:ext cx="42657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─────────────────────────────────────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類別：Main（系統操作入口）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─────────────────────────────────────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行為：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  - 提供互動式選單：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    1. 瀏覽/搜尋菜單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    2. 加入購物車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    3. 結帳並列印明細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    4. 退出系統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  - 使用者可輸入菜品 ID 加入購物車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  - 結帳時列印訂單明細與總價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  - 下訂單後購物車清空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【功能總結】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1. 使用者可以瀏覽菜單並搜尋菜品。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2. 使用者可以將菜品加入購物車並結帳。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3. 訂單包含菜品清單、總價和狀態（未處理 / 已送達）。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4. 餐廳可以管理菜單，新增菜品並防止重複 ID。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5. 所有訂單會被餐廳紀錄。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/>
        </p:nvSpPr>
        <p:spPr>
          <a:xfrm>
            <a:off x="0" y="0"/>
            <a:ext cx="30000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=====================================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訂餐管理系統 - 測試案例清單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版本：1.0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=====================================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05" name="Google Shape;105;p16"/>
          <p:cNvSpPr txBox="1"/>
          <p:nvPr/>
        </p:nvSpPr>
        <p:spPr>
          <a:xfrm>
            <a:off x="0" y="849375"/>
            <a:ext cx="4652400" cy="4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【Dish 類別測試】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TC-D001: 正常建立菜品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輸入：dishId="D001", name="炒飯", price=120.0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預期：物件建立成功，isAvailable為true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TC-D002: dishId為null時拋出例外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輸入：dishId=null, name="炒飯", price=120.0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預期：拋出IllegalArgumentException，訊息為"dishId cannot be null or empty"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TC-D003: name為空字串時拋出例外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輸入：dishId="D001", name="", price=120.0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預期：拋出IllegalArgumentException，訊息為"name cannot be null or empty"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TC-D004: price為0或負數時拋出例外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輸入：dishId="D001", name="炒飯", price=-10.0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預期：拋出IllegalArgumentException，訊息為"Price must be greater than 0"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TC-D005: 正常標記菜品為不可訂購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前置：建立可訂購的菜品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動作：呼叫markAsUnavailable()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預期：isAvailable變為false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06" name="Google Shape;106;p16"/>
          <p:cNvSpPr txBox="1"/>
          <p:nvPr/>
        </p:nvSpPr>
        <p:spPr>
          <a:xfrm>
            <a:off x="4652400" y="0"/>
            <a:ext cx="3000000" cy="29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TC-D006: 嘗試重複標記已不可訂購的菜品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前置：菜品已被標記為不可訂購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動作：再次呼叫markAsUnavailable()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預期：拋出IllegalStateException，訊息為"Dish is already unavailable"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TC-D007: 正常標記菜品為可訂購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前置：菜品已被標記為不可訂購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動作：呼叫markAsAvailable()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預期：isAvailable變為true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TC-D008: 嘗試重複標記已可訂購的菜品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前置：菜品已被標記為可訂購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動作：再次呼叫markAsAvailable()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預期：拋出IllegalStateException，訊息為"Dish is already available"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/>
        </p:nvSpPr>
        <p:spPr>
          <a:xfrm>
            <a:off x="0" y="0"/>
            <a:ext cx="48210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【Order 類別測試】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TC-O001: 正常創建訂單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輸入：orderId="O001", dishes=[Dish 物件]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預期：訂單創建成功，並計算正確的總價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TC-O002: 添加不可訂購菜品至訂單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前置：訂單已創建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動作：嘗試加入不可訂購的菜品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預期：拋出IllegalArgumentException，訊息為"Dish is unavailable"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TC-O003: 移除未在訂單中的菜品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前置：訂單已創建並包含菜品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動作：嘗試移除不在訂單中的菜品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預期：拋出IllegalArgumentException，訊息為"Dish is not in the order"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TC-O004: 正常標記訂單為已送達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前置：訂單狀態為"未處理"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動作：呼叫markAsDelivered()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預期：訂單狀態變為"已送達"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TC-O005: 嘗試重複標記已送達的訂單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前置：訂單狀態為"已送達"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動作：再次呼叫markAsDelivered()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  預期：拋出IllegalStateException，訊息為"Order cannot be marked as delivered"</a:t>
            </a:r>
            <a:endParaRPr sz="1000"/>
          </a:p>
        </p:txBody>
      </p:sp>
      <p:sp>
        <p:nvSpPr>
          <p:cNvPr id="112" name="Google Shape;112;p17"/>
          <p:cNvSpPr txBox="1"/>
          <p:nvPr/>
        </p:nvSpPr>
        <p:spPr>
          <a:xfrm>
            <a:off x="4821000" y="0"/>
            <a:ext cx="4323000" cy="5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【Restaurant 類別測試】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TC-R001: 正常新增菜品至菜單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輸入：dishId="D001", name="炒飯", price=120.0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預期：菜品成功新增至菜單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TC-R002: 新增重複菜品ID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前置：菜單中已有ID為"D001"的菜品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動作：嘗試新增ID為"D001"的菜品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預期：拋出IllegalArgumentException，訊息為"Dish with this ID already exists"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TC-R003: 查詢菜品ID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前置：菜單中有菜品ID為"D001"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動作：呼叫findDishById("D001")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預期：回傳該菜品物件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TC-R004: 查詢無結果的菜品ID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動作：呼叫findDishById("D999")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預期：回傳null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TC-R005: 查詢所有可訂購菜品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前置：菜單中有可訂購與不可訂購的菜品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動作：呼叫getAvailableDishes()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預期：回傳所有isAvailable為true的菜品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TC-R006: 顧客成功下訂單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前置：菜單中有可訂購的菜品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動作：呼叫placeOrder(order)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預期：訂單成功新增至餐廳訂單清單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TC-R007: 關鍵字搜尋菜品（不分大小寫）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前置：菜單中有"炒飯"與"牛肉麵"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動作：呼叫findDishesByKeyword("FAN")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預期：回傳包含"炒飯"的菜品清單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TC-R008: 關鍵字搜尋無結果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前置：菜單中有菜品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動作：呼叫findDishesByKeyword("不存在的菜名")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/>
              <a:t>  預期：回傳空的ArrayList</a:t>
            </a:r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67350"/>
            <a:ext cx="3179027" cy="320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9028" y="967350"/>
            <a:ext cx="2934140" cy="320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3163" y="967350"/>
            <a:ext cx="3030837" cy="320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17614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6150" y="0"/>
            <a:ext cx="4176150" cy="5150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10075" cy="47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0075" y="0"/>
            <a:ext cx="4497227" cy="47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85620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6200" y="0"/>
            <a:ext cx="4287800" cy="2430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675" y="0"/>
            <a:ext cx="7486648" cy="499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